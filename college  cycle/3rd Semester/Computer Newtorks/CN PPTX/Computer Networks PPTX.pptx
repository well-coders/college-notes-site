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C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97205" y="1250950"/>
            <a:ext cx="12426315" cy="52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Case Study on Application of Computer Networks</a:t>
            </a:r>
            <a:endParaRPr lang="en-US" altLang="en-US" sz="3200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146935" y="3153410"/>
            <a:ext cx="4020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Online Meetings using </a:t>
            </a:r>
            <a:endParaRPr lang="en-US" altLang="en-US" sz="2400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56895" y="5811520"/>
            <a:ext cx="2186305" cy="39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Nuthan Prasad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56895" y="6203950"/>
            <a:ext cx="2613025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24SUUBECS1389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7" name="Picture 16" descr="C:\Users\User\Desktop\CIN ppt\26f65dead4f492eb5ff49bf45f3df8d9-removebg-preview.png26f65dead4f492eb5ff49bf45f3df8d9-removebg-preview"/>
          <p:cNvPicPr>
            <a:picLocks noChangeAspect="1"/>
          </p:cNvPicPr>
          <p:nvPr/>
        </p:nvPicPr>
        <p:blipFill>
          <a:blip r:embed="rId2">
            <a:grayscl/>
          </a:blip>
          <a:srcRect t="59" b="59"/>
          <a:stretch>
            <a:fillRect/>
          </a:stretch>
        </p:blipFill>
        <p:spPr>
          <a:xfrm>
            <a:off x="5951855" y="2313940"/>
            <a:ext cx="3761740" cy="2115820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 flipH="1">
            <a:off x="9725660" y="1783715"/>
            <a:ext cx="4445" cy="530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7613650" y="2313940"/>
            <a:ext cx="203517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486015" y="2348230"/>
            <a:ext cx="5715" cy="80518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491490" y="365125"/>
            <a:ext cx="99695" cy="6086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38200" y="800100"/>
            <a:ext cx="2043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latin typeface="Bahnschrift Condensed" panose="020B0502040204020203" charset="0"/>
                <a:cs typeface="Bahnschrift Condensed" panose="020B0502040204020203" charset="0"/>
              </a:rPr>
              <a:t>C a t e g o r y </a:t>
            </a:r>
            <a:r>
              <a:rPr lang="en-US" sz="2000" u="sng">
                <a:latin typeface="Bahnschrift Condensed" panose="020B0502040204020203" charset="0"/>
                <a:cs typeface="Bahnschrift Condensed" panose="020B0502040204020203" charset="0"/>
              </a:rPr>
              <a:t>:</a:t>
            </a:r>
            <a:endParaRPr lang="en-US" sz="2000" u="sng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402330" y="1437005"/>
            <a:ext cx="411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Bahnschrift Light Condensed" panose="020B0502040204020203" charset="0"/>
                <a:cs typeface="Bahnschrift Light Condensed" panose="020B0502040204020203" charset="0"/>
              </a:rPr>
              <a:t>Communication – Video Conferencing</a:t>
            </a:r>
            <a:endParaRPr lang="en-US" altLang="en-US">
              <a:latin typeface="Bahnschrift Light Condensed" panose="020B0502040204020203" charset="0"/>
              <a:cs typeface="Bahnschrift Light Condensed" panose="020B0502040204020203" charset="0"/>
            </a:endParaRPr>
          </a:p>
        </p:txBody>
      </p:sp>
      <p:cxnSp>
        <p:nvCxnSpPr>
          <p:cNvPr id="7" name="Elbow Connector 6"/>
          <p:cNvCxnSpPr/>
          <p:nvPr/>
        </p:nvCxnSpPr>
        <p:spPr>
          <a:xfrm>
            <a:off x="2695575" y="1075690"/>
            <a:ext cx="706755" cy="565150"/>
          </a:xfrm>
          <a:prstGeom prst="bentConnector3">
            <a:avLst>
              <a:gd name="adj1" fmla="val 50045"/>
            </a:avLst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3502660" y="2866390"/>
            <a:ext cx="3901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Bahnschrift Light Condensed" panose="020B0502040204020203" charset="0"/>
                <a:cs typeface="Bahnschrift Light Condensed" panose="020B0502040204020203" charset="0"/>
              </a:rPr>
              <a:t>Google Meet allows people to connect virtually With video, audio, and chat.</a:t>
            </a:r>
            <a:endParaRPr lang="en-US" altLang="en-US">
              <a:latin typeface="Bahnschrift Light Condensed" panose="020B0502040204020203" charset="0"/>
              <a:cs typeface="Bahnschrift Light Condensed" panose="020B0502040204020203" charset="0"/>
            </a:endParaRPr>
          </a:p>
        </p:txBody>
      </p:sp>
      <p:cxnSp>
        <p:nvCxnSpPr>
          <p:cNvPr id="13" name="Elbow Connector 12"/>
          <p:cNvCxnSpPr/>
          <p:nvPr/>
        </p:nvCxnSpPr>
        <p:spPr>
          <a:xfrm flipV="1">
            <a:off x="980440" y="3326765"/>
            <a:ext cx="2510155" cy="3175"/>
          </a:xfrm>
          <a:prstGeom prst="bentConnector3">
            <a:avLst>
              <a:gd name="adj1" fmla="val 50013"/>
            </a:avLst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Picture 13" descr="XKhqZHVNsHLfthxbpg749xct7I-removebg-preview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809740" y="730885"/>
            <a:ext cx="583755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491490" y="365125"/>
            <a:ext cx="99695" cy="6086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209675" y="1162050"/>
            <a:ext cx="3377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latin typeface="Bahnschrift Condensed" panose="020B0502040204020203" charset="0"/>
                <a:cs typeface="Bahnschrift Condensed" panose="020B0502040204020203" charset="0"/>
              </a:rPr>
              <a:t>REAL TIME EXAMPLE :</a:t>
            </a:r>
            <a:endParaRPr lang="en-US" sz="2000" u="sng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16680" y="2117090"/>
            <a:ext cx="528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Bahnschrift Light Condensed" panose="020B0502040204020203" charset="0"/>
                <a:cs typeface="Bahnschrift Light Condensed" panose="020B0502040204020203" charset="0"/>
              </a:rPr>
              <a:t>Used during online classes and group projects.</a:t>
            </a:r>
            <a:endParaRPr lang="en-US" altLang="en-US">
              <a:latin typeface="Bahnschrift Light Condensed" panose="020B0502040204020203" charset="0"/>
              <a:cs typeface="Bahnschrift Light Condensed" panose="020B0502040204020203" charset="0"/>
            </a:endParaRPr>
          </a:p>
        </p:txBody>
      </p:sp>
      <p:cxnSp>
        <p:nvCxnSpPr>
          <p:cNvPr id="7" name="Elbow Connector 6"/>
          <p:cNvCxnSpPr/>
          <p:nvPr/>
        </p:nvCxnSpPr>
        <p:spPr>
          <a:xfrm>
            <a:off x="2976880" y="1560830"/>
            <a:ext cx="885190" cy="763905"/>
          </a:xfrm>
          <a:prstGeom prst="bentConnector3">
            <a:avLst>
              <a:gd name="adj1" fmla="val 143"/>
            </a:avLst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3916680" y="2820670"/>
            <a:ext cx="676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Bahnschrift Light Condensed" panose="020B0502040204020203" charset="0"/>
                <a:cs typeface="Bahnschrift Light Condensed" panose="020B0502040204020203" charset="0"/>
              </a:rPr>
              <a:t>Helped maintain learning and teamwork during pandemic.</a:t>
            </a:r>
            <a:endParaRPr lang="en-US" altLang="en-US">
              <a:latin typeface="Bahnschrift Light Condensed" panose="020B0502040204020203" charset="0"/>
              <a:cs typeface="Bahnschrift Light Condensed" panose="020B0502040204020203" charset="0"/>
            </a:endParaRPr>
          </a:p>
        </p:txBody>
      </p:sp>
      <p:cxnSp>
        <p:nvCxnSpPr>
          <p:cNvPr id="9" name="Elbow Connector 8"/>
          <p:cNvCxnSpPr/>
          <p:nvPr/>
        </p:nvCxnSpPr>
        <p:spPr>
          <a:xfrm>
            <a:off x="2343785" y="1606550"/>
            <a:ext cx="1572895" cy="1398270"/>
          </a:xfrm>
          <a:prstGeom prst="bentConnector3">
            <a:avLst>
              <a:gd name="adj1" fmla="val 80"/>
            </a:avLst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3916680" y="3524250"/>
            <a:ext cx="676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Bahnschrift Light Condensed" panose="020B0502040204020203" charset="0"/>
                <a:cs typeface="Bahnschrift Light Condensed" panose="020B0502040204020203" charset="0"/>
              </a:rPr>
              <a:t>Saved travel time and provided flexibility.</a:t>
            </a:r>
            <a:endParaRPr lang="en-US" altLang="en-US">
              <a:latin typeface="Bahnschrift Light Condensed" panose="020B0502040204020203" charset="0"/>
              <a:cs typeface="Bahnschrift Light Condensed" panose="020B0502040204020203" charset="0"/>
            </a:endParaRPr>
          </a:p>
        </p:txBody>
      </p:sp>
      <p:cxnSp>
        <p:nvCxnSpPr>
          <p:cNvPr id="16" name="Elbow Connector 15"/>
          <p:cNvCxnSpPr>
            <a:endCxn id="15" idx="1"/>
          </p:cNvCxnSpPr>
          <p:nvPr/>
        </p:nvCxnSpPr>
        <p:spPr>
          <a:xfrm>
            <a:off x="1735455" y="1596390"/>
            <a:ext cx="2181225" cy="2112010"/>
          </a:xfrm>
          <a:prstGeom prst="bentConnector3">
            <a:avLst>
              <a:gd name="adj1" fmla="val 494"/>
            </a:avLst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200150" y="800100"/>
            <a:ext cx="1621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u="sng">
                <a:latin typeface="Bahnschrift Condensed" panose="020B0502040204020203" charset="0"/>
                <a:cs typeface="Bahnschrift Condensed" panose="020B0502040204020203" charset="0"/>
              </a:rPr>
              <a:t>Advantages:</a:t>
            </a:r>
            <a:endParaRPr lang="en-US" altLang="en-US" sz="2000" u="sng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765425" y="1473835"/>
            <a:ext cx="406400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Fast communication</a:t>
            </a: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Global access</a:t>
            </a: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Cost-effective</a:t>
            </a: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Collaboration tools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200150" y="2635250"/>
            <a:ext cx="1621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u="sng">
                <a:latin typeface="Bahnschrift Condensed" panose="020B0502040204020203" charset="0"/>
                <a:cs typeface="Bahnschrift Condensed" panose="020B0502040204020203" charset="0"/>
              </a:rPr>
              <a:t>Challenges:</a:t>
            </a:r>
            <a:endParaRPr lang="en-US" altLang="en-US" sz="2000" u="sng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765425" y="329374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Internet dependency</a:t>
            </a: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Latency</a:t>
            </a: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Privacy/security concerns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1200150" y="4283710"/>
            <a:ext cx="1621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u="sng">
                <a:latin typeface="Bahnschrift Condensed" panose="020B0502040204020203" charset="0"/>
                <a:cs typeface="Bahnschrift Condensed" panose="020B0502040204020203" charset="0"/>
              </a:rPr>
              <a:t>Conclusion:</a:t>
            </a:r>
            <a:endParaRPr lang="en-US" altLang="en-US" sz="2000" u="sng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765425" y="48367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Networks make online meetings possible, proving their importance in modern communication.</a:t>
            </a:r>
            <a:endParaRPr lang="en-US" altLang="en-US">
              <a:sym typeface="+mn-ea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91490" y="365125"/>
            <a:ext cx="99695" cy="6086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58945" y="2720975"/>
            <a:ext cx="36741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>
                <a:latin typeface="Arial Black" panose="020B0A04020102020204" charset="0"/>
                <a:cs typeface="Arial Black" panose="020B0A04020102020204" charset="0"/>
              </a:rPr>
              <a:t>Thank You</a:t>
            </a:r>
            <a:endParaRPr lang="en-US" sz="44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Presentation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Bahnschrift</vt:lpstr>
      <vt:lpstr>Arial Black</vt:lpstr>
      <vt:lpstr>Bahnschrift Light</vt:lpstr>
      <vt:lpstr>Adobe Heiti Std R</vt:lpstr>
      <vt:lpstr>Adobe Hebrew</vt:lpstr>
      <vt:lpstr>Adobe Ming Std L</vt:lpstr>
      <vt:lpstr>Adobe Myungjo Std M</vt:lpstr>
      <vt:lpstr>Bahnschrift Condensed</vt:lpstr>
      <vt:lpstr>Adobe Thai</vt:lpstr>
      <vt:lpstr>Adobe Song Std L</vt:lpstr>
      <vt:lpstr>Bahnschrift Light Condensed</vt:lpstr>
      <vt:lpstr>Bahnschrift Light SemiCondensed</vt:lpstr>
      <vt:lpstr>Bahnschrift SemiBold</vt:lpstr>
      <vt:lpstr>Bahnschrift SemiBold SemiCondensed</vt:lpstr>
      <vt:lpstr>Bahnschrift SemiCondensed</vt:lpstr>
      <vt:lpstr>Bahnschrift SemiLight Condensed</vt:lpstr>
      <vt:lpstr>Cambria</vt:lpstr>
      <vt:lpstr>Candara Light</vt:lpstr>
      <vt:lpstr>Comic Sans MS</vt:lpstr>
      <vt:lpstr>CodejockSolidEdge</vt:lpstr>
      <vt:lpstr>Century Gothic</vt:lpstr>
      <vt:lpstr>Cambria Math</vt:lpstr>
      <vt:lpstr>Candara</vt:lpstr>
      <vt:lpstr>Corbel Light</vt:lpstr>
      <vt:lpstr>Consolas</vt:lpstr>
      <vt:lpstr>Constantia</vt:lpstr>
      <vt:lpstr>Franklin Gothic Medium</vt:lpstr>
      <vt:lpstr>Georgia</vt:lpstr>
      <vt:lpstr>IGES 1002</vt:lpstr>
      <vt:lpstr>HYSWLongFangSong</vt:lpstr>
      <vt:lpstr>IGES 1003</vt:lpstr>
      <vt:lpstr>Leelawadee UI Semilight</vt:lpstr>
      <vt:lpstr>Lucida Console</vt:lpstr>
      <vt:lpstr>Kozuka Mincho Pr6N R</vt:lpstr>
      <vt:lpstr>Kozuka Gothic Pr6N M</vt:lpstr>
      <vt:lpstr>Microsoft Himalaya</vt:lpstr>
      <vt:lpstr>Malgun Gothic Semilight</vt:lpstr>
      <vt:lpstr>Microsoft JhengHei UI</vt:lpstr>
      <vt:lpstr>Microsoft New Tai Lue</vt:lpstr>
      <vt:lpstr>MingLiU-ExtB</vt:lpstr>
      <vt:lpstr>MingLiU_HKSCS-ExtB</vt:lpstr>
      <vt:lpstr>MingLiU_MSCS-ExtB</vt:lpstr>
      <vt:lpstr>MS UI Gothic</vt:lpstr>
      <vt:lpstr>Myanmar Text</vt:lpstr>
      <vt:lpstr>Nirmala Text Semilight</vt:lpstr>
      <vt:lpstr>NSimSun</vt:lpstr>
      <vt:lpstr>Palatino Linotype</vt:lpstr>
      <vt:lpstr>Segoe UI Black</vt:lpstr>
      <vt:lpstr>Segoe UI</vt:lpstr>
      <vt:lpstr>Segoe Script</vt:lpstr>
      <vt:lpstr>Segoe Print</vt:lpstr>
      <vt:lpstr>Sans Serif Collection</vt:lpstr>
      <vt:lpstr>Segoe UI Emoji</vt:lpstr>
      <vt:lpstr>Segoe UI Variable Display</vt:lpstr>
      <vt:lpstr>Segoe UI Semilight</vt:lpstr>
      <vt:lpstr>Segoe UI Semibold</vt:lpstr>
      <vt:lpstr>Segoe UI Variable Small Semibold</vt:lpstr>
      <vt:lpstr>Segoe UI Variable Text</vt:lpstr>
      <vt:lpstr>Solid Edge ISO Unicode</vt:lpstr>
      <vt:lpstr>Solid Edge Stencil</vt:lpstr>
      <vt:lpstr>SolidWorks GDT</vt:lpstr>
      <vt:lpstr>SWGothe</vt:lpstr>
      <vt:lpstr>SWGDT</vt:lpstr>
      <vt:lpstr>Solid Edge ANSI</vt:lpstr>
      <vt:lpstr>Solid Edge ANSI1 Symbols</vt:lpstr>
      <vt:lpstr>Solid Edge ISO CE</vt:lpstr>
      <vt:lpstr>Swis721 LtCn BT</vt:lpstr>
      <vt:lpstr>Wingdings</vt:lpstr>
      <vt:lpstr>Webdings</vt:lpstr>
      <vt:lpstr>SymbolProp BT</vt:lpstr>
      <vt:lpstr>Swis721 BT</vt:lpstr>
      <vt:lpstr>Solid Edge GOST1 Symbols</vt:lpstr>
      <vt:lpstr>SERomanc</vt:lpstr>
      <vt:lpstr>Trebuchet MS</vt:lpstr>
      <vt:lpstr>Times New Roman</vt:lpstr>
      <vt:lpstr>Monospac821 BT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Nuthan Prasad K G</cp:lastModifiedBy>
  <cp:revision>2</cp:revision>
  <dcterms:created xsi:type="dcterms:W3CDTF">2025-09-07T03:30:52Z</dcterms:created>
  <dcterms:modified xsi:type="dcterms:W3CDTF">2025-09-07T03:33:13Z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B80A27B25FFE4F46999267C592D0182C_12</vt:lpwstr>
  </property>
  <property fmtid="{D5CDD505-2E9C-101B-9397-08002B2CF9AE}" pid="3" name="KSOProductBuildVer">
    <vt:lpwstr>1033-12.2.0.21931</vt:lpwstr>
  </property>
</Properties>
</file>