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7" r:id="rId5"/>
    <p:sldId id="260" r:id="rId6"/>
    <p:sldId id="268" r:id="rId7"/>
    <p:sldId id="261" r:id="rId8"/>
    <p:sldId id="262" r:id="rId9"/>
    <p:sldId id="269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01010" y="3197225"/>
            <a:ext cx="6295390" cy="1322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en-US" sz="2800" u="sng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charset="0"/>
                <a:cs typeface="Impact" panose="020B0806030902050204" charset="0"/>
              </a:rPr>
              <a:t>Entertainment and media-online gaming , streaming services,online communicates</a:t>
            </a:r>
            <a:endParaRPr lang="en-US" altLang="en-US" sz="2800" u="sng">
              <a:solidFill>
                <a:schemeClr val="tx1">
                  <a:lumMod val="50000"/>
                  <a:lumOff val="50000"/>
                </a:schemeClr>
              </a:solidFill>
              <a:latin typeface="Impact" panose="020B0806030902050204" charset="0"/>
              <a:cs typeface="Impact" panose="020B080603090205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86100" y="1307465"/>
            <a:ext cx="6125845" cy="1106805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sz="66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Presentation</a:t>
            </a:r>
            <a:endParaRPr lang="en-US" sz="66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50205" y="2322830"/>
            <a:ext cx="1110615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BottomLeft"/>
              <a:lightRig rig="threePt" dir="t"/>
            </a:scene3d>
          </a:bodyPr>
          <a:p>
            <a:r>
              <a:rPr lang="en-US" sz="4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On</a:t>
            </a:r>
            <a:endParaRPr lang="en-US" sz="4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pic>
        <p:nvPicPr>
          <p:cNvPr id="2" name="Picture 1" descr="Logo-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58165" y="705485"/>
            <a:ext cx="2852420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Introduction : </a:t>
            </a:r>
            <a:endParaRPr 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Computer networks form the backbone of modern entertainment and media.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They allow people to access games, movies, music, and communication services instantly.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The rise of high-speed internet and 5G has made these services more reliable and accessible.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Entertainment today is global, interactive, and on-demand because of networks.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e26bf9670d669245c498310c9fd61ea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20" y="1326515"/>
            <a:ext cx="5288915" cy="3535680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58165" y="705485"/>
            <a:ext cx="8590280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Role of Computer Networks in Media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: </a:t>
            </a:r>
            <a:endParaRPr 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Networks enable fast transfer of multimedia content across the world.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Allow collaboration between creators, distributors, and consumers.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Provide cloud storage, real-time sharing, and live content delivery.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Basis for modern platforms like YouTube, Netflix, Twitch, and gaming servers.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social-media-network-concept-3d-icons-flying-over-smartphone-on-hand-drawn-sketch-dood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55" y="1355725"/>
            <a:ext cx="4007485" cy="4007485"/>
          </a:xfrm>
          <a:prstGeom prst="rect">
            <a:avLst/>
          </a:prstGeom>
        </p:spPr>
      </p:pic>
      <p:pic>
        <p:nvPicPr>
          <p:cNvPr id="5" name="Picture 4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8155" y="705485"/>
            <a:ext cx="3342005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Online Gaming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Online gaming connects millions of players across the globe in real time.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Key requirement: low latency to avoid lag and smooth gameplay.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Platforms include casual games (Clash of Clans), competitive eSports (Free Fire, PUBG, Fortnite).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Encourages teamwork, competition, and global gaming communities.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Growing industry with tournaments, live streaming, and virtual economies.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istockphoto-513644808-612x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165" y="1227455"/>
            <a:ext cx="4868545" cy="3897630"/>
          </a:xfrm>
          <a:prstGeom prst="rect">
            <a:avLst/>
          </a:prstGeom>
        </p:spPr>
      </p:pic>
      <p:pic>
        <p:nvPicPr>
          <p:cNvPr id="5" name="Picture 4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8155" y="705485"/>
            <a:ext cx="5975350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Impact of Online Gaming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Social Impact: Builds friendships and global communities.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Economic Impact: Creates jobs (developers, streamers, event organizers).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Psychological Aspect: Can improve teamwork and quick thinking but may cause addiction.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Technological Impact: Pushes demand for better graphics, faster networks, and cloud gaming.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737985" y="1491615"/>
            <a:ext cx="5407025" cy="298386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300335" y="3491230"/>
            <a:ext cx="619760" cy="60071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1021060" y="4206240"/>
            <a:ext cx="1127125" cy="180340"/>
          </a:xfrm>
          <a:prstGeom prst="rect">
            <a:avLst/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 descr="Logo-bl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5935" y="705485"/>
            <a:ext cx="4482465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Streaming Services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Streaming delivers movies, TV shows, music, and live events through networks.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Popular platforms: Netflix, Amazon Prime, YouTube, Spotify.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Uses Content Delivery Networks (CDNs) to reduce buffering and improve performance.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Subscription and ad-based models make it accessible to all audiences.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Changed traditional media consumption: “anytime, anywhere, any device.”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istockphoto-1174414330-612x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90" y="1594485"/>
            <a:ext cx="4948555" cy="3298190"/>
          </a:xfrm>
          <a:prstGeom prst="rect">
            <a:avLst/>
          </a:prstGeom>
        </p:spPr>
      </p:pic>
      <p:pic>
        <p:nvPicPr>
          <p:cNvPr id="5" name="Picture 4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60375" y="696595"/>
            <a:ext cx="4836795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Online Communication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Real-time communication apps: WhatsApp, Discord, Zoom, Google Meet.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Features: text, voice calls, video conferencing, and group chats.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Used for both social interaction and professional collaboration.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Social media platforms (Instagram, Facebook, Twitter/X) also drive online communication.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Supports digital learning, remote work, and maintaining global connections.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4744a9f8b24d218de2c95039e8bc38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405" y="1525270"/>
            <a:ext cx="5106670" cy="3402330"/>
          </a:xfrm>
          <a:prstGeom prst="rect">
            <a:avLst/>
          </a:prstGeom>
        </p:spPr>
      </p:pic>
      <p:pic>
        <p:nvPicPr>
          <p:cNvPr id="5" name="Picture 4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60375" y="696595"/>
            <a:ext cx="7874635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Challenges and Security Issues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Data Privacy: User data may be collected or misused.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Cyber Threats: Hacking, cheating, and phishing in online platforms.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Network Congestion: High traffic can cause buffering and lag.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Digital Divide: Not all users have equal access to fast internet.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gettyimages-1454004349-612x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260" y="1010285"/>
            <a:ext cx="4163695" cy="3653790"/>
          </a:xfrm>
          <a:prstGeom prst="rect">
            <a:avLst/>
          </a:prstGeom>
        </p:spPr>
      </p:pic>
      <p:pic>
        <p:nvPicPr>
          <p:cNvPr id="5" name="Picture 4" descr="Logo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09295" y="705485"/>
            <a:ext cx="2607945" cy="52197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Conclusion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 : </a:t>
            </a:r>
            <a:endParaRPr lang="en-US" altLang="en-US" sz="2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8840" y="1525270"/>
            <a:ext cx="6029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Computer networks have revolutionized entertainment and communication.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Online gaming, streaming services, and digital communication are everyday essentials.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They rely on fast internet, data security, and scalable infrastructure.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Future developments: Virtual Reality (VR), Augmented Reality (AR), AI-driven media.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Entertainment and media will continue to evolve alongside network technology.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Logo-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319270" y="2569845"/>
            <a:ext cx="3670300" cy="829945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bliqueTop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sz="4800" b="1" u="sng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Thank you </a:t>
            </a:r>
            <a:endParaRPr lang="en-US" altLang="en-US" sz="4800" b="1" u="sng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3" name="Picture 2" descr="Logo-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370" y="-8255"/>
            <a:ext cx="2127885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2915</Words>
  <Application>WPS Presentation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Impact</vt:lpstr>
      <vt:lpstr>Arial Black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Nuthan Prasad K G</cp:lastModifiedBy>
  <cp:revision>4</cp:revision>
  <dcterms:created xsi:type="dcterms:W3CDTF">2025-07-23T00:59:00Z</dcterms:created>
  <dcterms:modified xsi:type="dcterms:W3CDTF">2025-10-08T13:17:34Z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83569CE9D8BF4C359EDA54EADFF339C2_11</vt:lpwstr>
  </property>
  <property fmtid="{D5CDD505-2E9C-101B-9397-08002B2CF9AE}" pid="3" name="KSOProductBuildVer">
    <vt:lpwstr>1033-12.2.0.22549</vt:lpwstr>
  </property>
</Properties>
</file>